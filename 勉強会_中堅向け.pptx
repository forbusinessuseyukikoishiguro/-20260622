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テーマは『制約を武器に変える』。技術選定の派手さではなくエントロピー抑制が肝。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S1-3。なぜ単一HTMLで戦えるかを最初に握る。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T1-4。手動DOM操作という温床を排除する設計。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UIと基盤の分離。AIは基盤の加法的レイヤ。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P1-4。特にP2の業務動線が差別化要素。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各版で独立スイートを持つことが回帰耐性の源泉。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締め。設計判断こそ中堅の価値。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 ／ 中堅エンジニア向け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“育つ”単一HTMLの設計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戦略・戦術・施策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10機能・8千行規模を保守可能に保つ設計判断を言語化する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うさうさ研修工房   ／  v2.8 勉強会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戦略：制約を武器に変える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17320"/>
            <a:ext cx="457200" cy="457200"/>
          </a:xfrm>
          <a:prstGeom prst="oval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3075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配布・実行コスト0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13075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単一HTML＝渡す＝デプロイ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468880"/>
            <a:ext cx="457200" cy="457200"/>
          </a:xfrm>
          <a:prstGeom prst="oval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3591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実行環境を一級市民に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3591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window.storage / API中心＋退路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520440"/>
            <a:ext cx="457200" cy="457200"/>
          </a:xfrm>
          <a:prstGeom prst="oval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4107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AIは加法的に積む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4107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障害が全体を止めない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戦術：肥大とエントロピーに勝つ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集中snapshot×単方向描画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差分管理を捨て整合性を取る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抽象化で環境差を封じる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938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4API／callClaude 一本化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017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会話の二層持ち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387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history(API)とview(表示)を分離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27889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3017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データ駆動拡張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35387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増設をデータ追加に落とす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アーキテクチャ（1枚図）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2B2724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同意ゲート（初回必須・保存・履歴）→ buildApp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86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UI層（①〜⑩）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render系＝データ→描画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snapshotState/applyState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扇子UI・琴の調律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2148840"/>
            <a:ext cx="3886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Store（artifact&gt;local&gt;memory）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callClaude（+web_search）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attachSpeech（色分け）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施策：明日から効く具体策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80160"/>
            <a:ext cx="457200" cy="457200"/>
          </a:xfrm>
          <a:prstGeom prst="oval">
            <a:avLst/>
          </a:prstGeom>
          <a:solidFill>
            <a:srgbClr val="A6394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21615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嘘をつかないをsystemで担保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21615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査読論文＋参照先＋捏造禁止／⑩は王道・王道以外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121408"/>
            <a:ext cx="457200" cy="457200"/>
          </a:xfrm>
          <a:prstGeom prst="oval">
            <a:avLst/>
          </a:prstGeom>
          <a:solidFill>
            <a:srgbClr val="A6394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機能間を動線でつなぐ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05740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依頼書→④/⑦、AI回答→②/⑥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962656"/>
            <a:ext cx="457200" cy="457200"/>
          </a:xfrm>
          <a:prstGeom prst="oval">
            <a:avLst/>
          </a:prstGeom>
          <a:solidFill>
            <a:srgbClr val="A6394E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2898648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失敗前提のフォールバック標準化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8986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AI降格・音声無効化・memoryモード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66744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803904"/>
            <a:ext cx="457200" cy="457200"/>
          </a:xfrm>
          <a:prstGeom prst="oval">
            <a:avLst/>
          </a:prstGeom>
          <a:solidFill>
            <a:srgbClr val="A6394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373989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2層テスト＋正直な限界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373989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--check＋jsdom／音声はデモ代替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テスト戦略と回帰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2層検証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静的：node --check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動的：jsdom（fetch/print/click stub）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API引数までassert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音声はデモで代替検証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3DDE2"/>
          </a:solidFill>
          <a:ln w="12700">
            <a:solidFill>
              <a:srgbClr val="EADFE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回帰（各版・全緑）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v2.1:39 / v2.2:32 / v2.3:30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v2.4:33 / v2.5:29+9 / v2.6:35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7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v2.7:32 / v2.8:30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240+ ケース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次の打ち手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AI会話をバージョン保存対象へ昇格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出典の構造化（著者/年/DOI→②/⑥へ機械可読）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Storage容量監視＋LRU退避（5MB）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チャンネル/テンプレの外部JSON化（非エンジニア編集）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中堅の腕＝派手な技術選定でなく、エントロピーを抑える設計判断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勉強会 中堅向け v2.8</dc:title>
  <dc:subject>PptxGenJS Presentation</dc:subject>
  <dc:creator>うさうさ研修工房</dc:creator>
  <cp:lastModifiedBy>うさうさ研修工房</cp:lastModifiedBy>
  <cp:revision>1</cp:revision>
  <dcterms:created xsi:type="dcterms:W3CDTF">2026-06-21T23:56:08Z</dcterms:created>
  <dcterms:modified xsi:type="dcterms:W3CDTF">2026-06-21T23:56:08Z</dcterms:modified>
</cp:coreProperties>
</file>