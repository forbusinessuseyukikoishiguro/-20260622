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導入。まず『単一HTMLで動く』『AIは足し算』の2点を強調。難しく考えず、データ→描画の流れだけ持ち帰ってもらう。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4つのゴールを一言ずつ。深入りしない。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身近な比喩で安心させる。専門用語は後回し。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全体像。1機能=1かたまり、で読みやすい設計だと伝える。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innerHTMLで描き直すとイベントが消える→付け直す、を強調。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外部依存は必ず失敗する前提で守る、が学び。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『できないことを正直に書く』姿勢も品質の一部。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まとめ。小さな単一HTMLで体に入れよう。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 ／ 新人エンジニア向け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現場あんしん工房 v2.8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やさしく学ぶ設計とコード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1ファイルのHTMLで“揉めない現場”を支える道具箱を、一緒に読み解こう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うさうさ研修工房   ／  v2.8 勉強会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17320"/>
            <a:ext cx="457200" cy="457200"/>
          </a:xfrm>
          <a:prstGeom prst="oval">
            <a:avLst/>
          </a:prstGeom>
          <a:solidFill>
            <a:srgbClr val="A6394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444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何を作るかが分かる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要件定義〜テストの流れ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17320"/>
            <a:ext cx="457200" cy="457200"/>
          </a:xfrm>
          <a:prstGeom prst="oval">
            <a:avLst/>
          </a:prstGeom>
          <a:solidFill>
            <a:srgbClr val="A6394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1444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壊れにくい書き方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920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データ→描画の考え方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154680"/>
            <a:ext cx="457200" cy="457200"/>
          </a:xfrm>
          <a:prstGeom prst="oval">
            <a:avLst/>
          </a:prstGeom>
          <a:solidFill>
            <a:srgbClr val="A6394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AIと音声の基本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失敗前提で守る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154680"/>
            <a:ext cx="457200" cy="457200"/>
          </a:xfrm>
          <a:prstGeom prst="oval">
            <a:avLst/>
          </a:prstGeom>
          <a:solidFill>
            <a:srgbClr val="A6394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品質の守り方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--check ＋ jsdom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このツールは何？（ラーメン店でたとえる🍜）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F3DDE2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PoC＝小さく作って確かめる案件。お客さまと“後で揉めない”ためのコミュニケーションを助ける道具箱です。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8346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注文を受ける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（依頼）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20240" y="28346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76272" y="2834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76272" y="28346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味を確かめる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（ゴール）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47872" y="28346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03904" y="2834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03904" y="28346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作る順番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（進め方）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75504" y="28346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31536" y="2834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31536" y="28346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味見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（テスト）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03136" y="28346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59168" y="2834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59168" y="28346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この味で合ってる？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（確認）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10個のタブ（機能の地図）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3504" y="20574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フェーズ＋危険サイン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76272" y="128016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76272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31136" y="20574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指示受けログ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03904" y="128016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03904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58768" y="20574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和風いいかえ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31536" y="128016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31536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20574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確認メモ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59168" y="128016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59168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14032" y="20574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AI壁打ち（梅）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" y="37947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タスク・報連相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76272" y="301752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176272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31136" y="37947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初日テンプレ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03904" y="301752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03904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58768" y="37947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梅の間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31536" y="301752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31536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0" y="37947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うさうさの間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59168" y="301752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59168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⑩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14032" y="37947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依頼書の間（桜）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壊れにくい書き方：データ→描画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やること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データを持つ（例：tasks）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データを変える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renderで描き直す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描いた後にイベントを付け直す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2B2724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173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renderBoard(){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D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board.innerHTML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D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COLS.map(...).join('');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D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wireBoard();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D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AIと音声は“失敗前提”で守る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86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api.anthropic.com に問い合わせ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textブロックだけ取り出す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嘘の出典を作らせない（systemで指示）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失敗はtry/catchで降格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886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確定＝濃い墨／途中＝薄字で色分け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非対応はボタン無効化＋テキスト誘導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自動停止タイマーでハング対策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品質の守り方（テスト）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89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--check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47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JSの文法エラーを検出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389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847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ブラウザ無しで操作を再現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AIはモック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固定応答でロジック検証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26517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 pass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v2.8は全項目成功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正直に：実マイクの音声は自動テスト不可 → デモ機能で見え方を確認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持ち帰る4つ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データ→描画を徹底すると壊れにくい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画面に出す文字は必ず esc()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環境差は抽象化で隠す（Store）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外部依存（AI・音声）は失敗前提で守る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勉強会 新人向け v2.8</dc:title>
  <dc:subject>PptxGenJS Presentation</dc:subject>
  <dc:creator>うさうさ研修工房</dc:creator>
  <cp:lastModifiedBy>うさうさ研修工房</cp:lastModifiedBy>
  <cp:revision>1</cp:revision>
  <dcterms:created xsi:type="dcterms:W3CDTF">2026-06-21T23:56:08Z</dcterms:created>
  <dcterms:modified xsi:type="dcterms:W3CDTF">2026-06-21T23:56:08Z</dcterms:modified>
</cp:coreProperties>
</file>